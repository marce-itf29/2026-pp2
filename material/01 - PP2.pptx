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f4079658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f4079658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f4079658f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f4079658f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f4067a632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f4067a632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f4067a632d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f4067a632d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f4ad568c6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f4ad568c6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rgbClr val="CFE2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s.wikipedia.org/wiki/Scrum_(desarrollo_de_software)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bwMvXiMQE0KD5C8XG9Fa_ETGNDem_F8NM2OORQkRV_M/edit?usp=sharing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78875" y="2029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80"/>
              <a:t>“Desarrollo de Sistemas de Información orientados a la gestión y apoyo a las decisiones”</a:t>
            </a:r>
            <a:endParaRPr sz="32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80"/>
              <a:t>Prácticas Profesionalizantes II</a:t>
            </a:r>
            <a:endParaRPr sz="328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0150" y="4002300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Prof.: Silvia Cañizares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58125" y="242550"/>
            <a:ext cx="7505700" cy="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de trabajo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518050" y="948950"/>
            <a:ext cx="8018400" cy="3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Clase semanal </a:t>
            </a:r>
            <a:endParaRPr b="1" sz="1600" u="sng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Espacio de seguimiento y mentoría.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Sección de Noticias de cursada</a:t>
            </a:r>
            <a:endParaRPr b="1" sz="1600" u="sng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Vía de comunicación para informarles cualquier novedad o modificación en la materia.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Foro de consultas y orientaciones</a:t>
            </a:r>
            <a:endParaRPr b="1" sz="1600" u="sng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Allí podrán realizar comentarios y publicar sus dudas referidas al contenido de la cursada.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Considerarlo un espacio de intercambio y aprendizaje colaborativo.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silvia.canizares@bue.edu.ar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98675" y="221750"/>
            <a:ext cx="75057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Consideraciones importantes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91275" y="977450"/>
            <a:ext cx="8018400" cy="40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Proyecto Integrador</a:t>
            </a:r>
            <a:endParaRPr b="1" sz="1600" u="sng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Con entrega parcial y calificable en Semana 7 y una final en Semana 13.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Se considera como nota de cierre de la materia.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Foros y prácticas formativas</a:t>
            </a:r>
            <a:endParaRPr b="1" sz="16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No son obligatorios ni entregables para corrección.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b="1" lang="es" sz="1600"/>
              <a:t>Los trabajos deben ser grupales, de hasta 5 integrantes.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b="1" lang="es" sz="1600"/>
              <a:t>Es fundamental que lleven la materia al día para llegar con las entregas y los tiempos pautados correctamente.</a:t>
            </a:r>
            <a:endParaRPr b="1"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de la materia, a tener en cuenta: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Esta asignatura es de índole práctica, simulando una situación del mundo laboral de un desarrollador de software, considerando un Sistema para la resolución de conflictos.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Trabajarán en un sistema para una clínica, por la que todos/as hemos pasado en una o varias oportunidades en nuestra vida.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Aplicarán herramientas y metodologías de Análisis de Sistemas (relevamiento, requisitos, informes, etc.), para lograr un Sistema a medida.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Se tomaron dos ejes: “Consultorios externos” y “Estudios médicos”. Debemos tener en cuenta la funcionalidad de cada uno.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/>
              <a:t>Comenzarán viendo metodologías para la toma de información como entrevistas, cuestionarios, observaciones directas (ir como paciente y tomar nota), etc. Ese análisis será convertido a líneas de código. Toda la información que puedan recopilar desde la experiencia pero también de forma empírica (investigar, googlear, etc.) les será útil para comprender mejor los alcances del Sistema.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de la materia, a tener en cuenta: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Es importante que puedan conformar equipos de trabajo con diferentes habilidades, ya que deberán simular el Sistema integralmente. Considerar quién podría codificar, maquetar, manejar los datos, redactar correctamente documentación y también otra persona que tenga mayores habilidades interpersonales para realizar entrevistas, encuentros.  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Se trabajará en 4 etapas: “Preliminar”, “Análisis”, “Simulación” e “Implementación”.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Van a encontrarse con una “Oficina de trabajo” con diferentes “Desafíos” en base al rol que cumpla cada integrante del equipo.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Se va a trabajar con </a:t>
            </a:r>
            <a:r>
              <a:rPr lang="es" sz="1400" u="sng">
                <a:solidFill>
                  <a:schemeClr val="hlink"/>
                </a:solidFill>
                <a:hlinkClick r:id="rId3"/>
              </a:rPr>
              <a:t>Scrum</a:t>
            </a:r>
            <a:r>
              <a:rPr lang="es" sz="1400"/>
              <a:t> como marco de trabajo para desarrollo ágil del software.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/>
              <a:t>Retomarán conceptos como “Casos de uso”, “Modelo de entidad de relación”, para incorporar otros y lograr tomar decisiones acordes a las necesidades del cliente.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tener en cuenta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Recuerden confeccionar los grupos en la </a:t>
            </a:r>
            <a:r>
              <a:rPr lang="es" sz="1400" u="sng">
                <a:solidFill>
                  <a:schemeClr val="hlink"/>
                </a:solidFill>
                <a:hlinkClick r:id="rId3"/>
              </a:rPr>
              <a:t>planilla</a:t>
            </a:r>
            <a:r>
              <a:rPr lang="es" sz="1400"/>
              <a:t>, así puedo armaar las oficinas de trabajo lo antes posible.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Recorran el aula virtual y realicen la actividad planteada 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(recuerden que no es calificable pero sí les 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aporta para ir adquiriendo los contenidos).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Deben ingresar a “Oficina de prácticas”, luego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 “Relevar información” y arriba a la derecha a 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“E1. Fase 1: Relevamiento”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4">
            <a:alphaModFix/>
          </a:blip>
          <a:srcRect b="12886" l="18167" r="22075" t="16232"/>
          <a:stretch/>
        </p:blipFill>
        <p:spPr>
          <a:xfrm>
            <a:off x="4089925" y="1949800"/>
            <a:ext cx="4466028" cy="29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